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 autoAdjust="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61A3E-AC6E-4B60-95A4-C1B3371851F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0A3E0-14E8-4BE6-85AB-5C5385A62A4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34F6E-DEEE-400C-92A1-19923C75B90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3A1E1-D89E-4D9F-ACC7-724568FAD56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3A1E1-D89E-4D9F-ACC7-724568FAD56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ja-JP"/>
              <a:t>マスター タイトルの書式設定</a:t>
            </a:r>
            <a:endParaRPr lang="ja-JP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>
            <a:lvl1pPr marL="228600" indent="-228600">
              <a:defRPr kumimoji="1" lang="ja-JP" altLang="en-US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>
              <a:defRPr kumimoji="1" lang="ja-JP" alt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>
              <a:defRPr kumimoji="1" lang="ja-JP" alt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>
              <a:defRPr kumimoji="1" lang="ja-JP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>
              <a:defRPr kumimoji="1" lang="ja-JP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マスター テキストの書式設定</a:t>
            </a:r>
            <a:endParaRPr kumimoji="1" lang="ja-JP" altLang="en-US" dirty="0" smtClean="0"/>
          </a:p>
          <a:p>
            <a:pPr marL="6858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第 </a:t>
            </a:r>
            <a:r>
              <a:rPr kumimoji="1" lang="ja-JP" altLang="en-US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marL="11430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marL="16002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marL="20574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altLang="ja-JP" smtClean="0"/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altLang="ja-JP" smtClean="0"/>
            </a:fld>
            <a:endParaRPr 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フッター</a:t>
            </a:r>
            <a:endParaRPr 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kumimoji="1" lang="ja-JP" altLang="en-US" dirty="0" smtClean="0"/>
              <a:t>マスター 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S P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ＭＳ Ｐゴシック</vt:lpstr>
      <vt:lpstr>Wingdings</vt:lpstr>
      <vt:lpstr>Arial Black</vt:lpstr>
      <vt:lpstr>ＭＳ ゴシック</vt:lpstr>
      <vt:lpstr>Microsoft YaHei</vt:lpstr>
      <vt:lpstr>ＭＳ Ｐゴシック</vt:lpstr>
      <vt:lpstr>Arial Unicode MS</vt:lpstr>
      <vt:lpstr>Calibri</vt:lpstr>
      <vt:lpstr>WPS​​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/>
  <cp:lastModifiedBy>Yuichi MIZUTANI</cp:lastModifiedBy>
  <cp:revision>1</cp:revision>
  <dcterms:created xsi:type="dcterms:W3CDTF">2025-09-13T00:05:56Z</dcterms:created>
  <dcterms:modified xsi:type="dcterms:W3CDTF">2025-09-13T00:05:56Z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1041-12.2.0.21931</vt:lpwstr>
  </property>
  <property fmtid="{D5CDD505-2E9C-101B-9397-08002B2CF9AE}" pid="3" name="ICV">
    <vt:lpwstr>D8FE6A22BF4F4D28827C9926EE6C4EC2_11</vt:lpwstr>
  </property>
</Properties>
</file>